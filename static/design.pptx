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84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16C0D-F31A-4106-BE47-285A74E1678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D1D63-6FE6-4AA8-AF49-EE67A067DF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04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DD37-EB8A-FD66-D3D8-A99975DD1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40393-5AE5-6DDD-0578-077799977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4BB5C-7780-7453-1A47-77C82453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0870B-0A40-3246-C99F-4C2936FA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2A2DD-5792-8889-E89D-FA4093F4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67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C0BE-B81A-7E5E-BA73-A1FF499F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285C6-5E0C-8FA9-1C8D-D69F57BAC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843F0-172C-27E7-AC4F-412904EE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B3C6C-687D-C80C-DF93-4A2F6711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423B8-DFB3-3B2B-900B-2EDE31D8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03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04AA-4841-9A8C-FC9C-D8955BE3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62AA3-3D53-D43F-10E4-A663279C2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8CB6-2FF9-B289-14B2-A1F84383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AF8F7-4F72-3AE2-5C32-D8C09079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35413-78BE-D500-43DD-256ED21B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45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40FA-8073-12C9-6012-303393B39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3A89F-BBD4-B095-E8FD-83258B611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05EA9-6FFF-4DF2-6400-EE23C0D02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C8E96-BC68-8E1C-277F-D1FD8033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ABAE0-1669-1D3F-B1C5-5C13D9D9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11470-FF4B-A78A-F2ED-8BFF983E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8560-EB0F-24AA-4184-E5C2B6A8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FE9AE-5953-19E0-AA2B-5D542852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45F5A-0539-7D0E-F36A-2677B4782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2BE27B-C7ED-52A4-5178-22F326347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44399-0159-7F2C-7261-F4A2D5130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7214E-50EF-5CFD-00C0-698E3F2C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DCE26-B874-69BD-3C10-F7EDECC5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F98BE0-8993-43BD-967A-6DAFF027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21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174E-2BD7-E717-9E75-302C6BC4B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B101D-469A-A9BB-4884-25B04BBD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C3DC3-FCB7-4291-08CF-164069AB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1D6A6-96DE-5154-9856-3A3B89A4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4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669B3-8A77-95C5-C668-F7145B02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80B9-AEFD-9158-3B29-A39B4474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32E10-8AA1-4283-2DB4-ABD02DE4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91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B959-7745-7D94-43FB-D2EEFFBC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982EE-C9B6-0649-85F5-D15EB97F8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C983F-55D0-A338-4B20-3352AF003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2B047-6E4B-801F-D9A0-1C467EB2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E2C14-37FA-95A0-48F3-814071F7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DA971-EE4A-5C41-66D9-A8DBE434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64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D168-57D1-1DEC-0EF4-E99092A9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0ACE74-B6DF-C8B4-9511-3951395DD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BBD25-3690-4EA6-8CA0-339EAD59E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B41F3-20AC-0C51-46D9-1EF26BD9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A3B12-464C-F80D-DDE5-998527A1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B1508-007A-14B9-B170-A9469005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29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120F-DFBD-5045-649A-F373ECCA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5D1E7-5FD7-18C0-2EDE-96773F813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5AF15-3FA3-0935-A048-C8F3F2B2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369B8-32C8-3A32-7DD8-4206004B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98D13-EC62-A06C-45D7-38898F83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80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71D4A-77DE-4A7C-F217-A32ACC20F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C9856-DE35-7F5E-B9C2-25798829B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DD2F7-8891-6004-2484-1F0F7C79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8A85C-A654-2CFB-BEA8-F5167655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FFB5-C83E-146A-B3D4-25DCD962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E22D2-CDAA-C411-3F4E-414103B6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1B946-350C-7F37-C737-9710E3494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F11F1-3D08-A304-CA12-9353F101F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9A876-9777-4085-AE75-67C0BA5A0981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3ADE-8BEC-5BDE-DE74-DF750B26B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29015-B5A6-2C23-CFA4-56839B6A8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CF1AF-5D59-4DE7-88FB-64FAB4D1ED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2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53E9D79B-6D6A-FB4B-B748-9138E1245C0B}"/>
              </a:ext>
            </a:extLst>
          </p:cNvPr>
          <p:cNvSpPr/>
          <p:nvPr/>
        </p:nvSpPr>
        <p:spPr>
          <a:xfrm>
            <a:off x="3526971" y="2253343"/>
            <a:ext cx="3418115" cy="1175657"/>
          </a:xfrm>
          <a:prstGeom prst="homePlat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FDD3FA-8102-BFCF-0E96-AFC66B3E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873" y="2231837"/>
            <a:ext cx="12409873" cy="290445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B0C63B5-3ACE-060F-175F-630961FFDF54}"/>
              </a:ext>
            </a:extLst>
          </p:cNvPr>
          <p:cNvGrpSpPr/>
          <p:nvPr/>
        </p:nvGrpSpPr>
        <p:grpSpPr>
          <a:xfrm>
            <a:off x="1650084" y="1636992"/>
            <a:ext cx="2814037" cy="3164914"/>
            <a:chOff x="1650084" y="1636992"/>
            <a:chExt cx="2814037" cy="3164914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0FAA1E82-BF39-B5F9-B046-0CA97E7BBA43}"/>
                </a:ext>
              </a:extLst>
            </p:cNvPr>
            <p:cNvSpPr/>
            <p:nvPr/>
          </p:nvSpPr>
          <p:spPr>
            <a:xfrm rot="5400000">
              <a:off x="1474646" y="1812430"/>
              <a:ext cx="3164914" cy="2814037"/>
            </a:xfrm>
            <a:prstGeom prst="triangle">
              <a:avLst/>
            </a:prstGeom>
            <a:solidFill>
              <a:srgbClr val="660033"/>
            </a:solidFill>
            <a:ln>
              <a:solidFill>
                <a:srgbClr val="660033"/>
              </a:solidFill>
            </a:ln>
            <a:scene3d>
              <a:camera prst="orthographicFront"/>
              <a:lightRig rig="threePt" dir="t"/>
            </a:scene3d>
            <a:sp3d>
              <a:bevelT w="381000" prst="coolSlan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>
                <a:noFill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3C89092-236F-D192-A905-28C391989DC5}"/>
                </a:ext>
              </a:extLst>
            </p:cNvPr>
            <p:cNvGrpSpPr/>
            <p:nvPr/>
          </p:nvGrpSpPr>
          <p:grpSpPr>
            <a:xfrm>
              <a:off x="1914979" y="2584448"/>
              <a:ext cx="1494971" cy="1270001"/>
              <a:chOff x="2188029" y="2895599"/>
              <a:chExt cx="876297" cy="783772"/>
            </a:xfrm>
            <a:solidFill>
              <a:srgbClr val="FFCC00"/>
            </a:solidFill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CD30E81-F9B5-8A08-F5D8-A36D062802BE}"/>
                  </a:ext>
                </a:extLst>
              </p:cNvPr>
              <p:cNvCxnSpPr/>
              <p:nvPr/>
            </p:nvCxnSpPr>
            <p:spPr>
              <a:xfrm flipV="1">
                <a:off x="2188029" y="2895600"/>
                <a:ext cx="0" cy="783771"/>
              </a:xfrm>
              <a:prstGeom prst="line">
                <a:avLst/>
              </a:prstGeom>
              <a:grpFill/>
              <a:ln>
                <a:solidFill>
                  <a:srgbClr val="FFCC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DD6E1EB-3ABD-C1EE-FCD4-25052B1E8C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88029" y="2895600"/>
                <a:ext cx="413656" cy="783771"/>
              </a:xfrm>
              <a:prstGeom prst="line">
                <a:avLst/>
              </a:prstGeom>
              <a:grpFill/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95BDCB9-0445-BBF3-0414-CD0232A72FB3}"/>
                  </a:ext>
                </a:extLst>
              </p:cNvPr>
              <p:cNvCxnSpPr/>
              <p:nvPr/>
            </p:nvCxnSpPr>
            <p:spPr>
              <a:xfrm flipV="1">
                <a:off x="2601686" y="2895600"/>
                <a:ext cx="0" cy="783771"/>
              </a:xfrm>
              <a:prstGeom prst="line">
                <a:avLst/>
              </a:prstGeom>
              <a:grpFill/>
              <a:ln w="444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Moon 18">
                <a:extLst>
                  <a:ext uri="{FF2B5EF4-FFF2-40B4-BE49-F238E27FC236}">
                    <a16:creationId xmlns:a16="http://schemas.microsoft.com/office/drawing/2014/main" id="{7FA22407-80EF-DEA7-B191-CBC5FF293594}"/>
                  </a:ext>
                </a:extLst>
              </p:cNvPr>
              <p:cNvSpPr/>
              <p:nvPr/>
            </p:nvSpPr>
            <p:spPr>
              <a:xfrm rot="10800000">
                <a:off x="2650676" y="2895599"/>
                <a:ext cx="413650" cy="783771"/>
              </a:xfrm>
              <a:prstGeom prst="moon">
                <a:avLst>
                  <a:gd name="adj" fmla="val 2368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632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DDA8-905D-9737-D478-F3E5FF9A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11B8F4-99DE-9258-E82A-A1EBAFD4E578}"/>
              </a:ext>
            </a:extLst>
          </p:cNvPr>
          <p:cNvGrpSpPr/>
          <p:nvPr/>
        </p:nvGrpSpPr>
        <p:grpSpPr>
          <a:xfrm>
            <a:off x="2443843" y="2884714"/>
            <a:ext cx="7304314" cy="1088571"/>
            <a:chOff x="2318657" y="3331029"/>
            <a:chExt cx="7304314" cy="1088571"/>
          </a:xfrm>
        </p:grpSpPr>
        <p:sp>
          <p:nvSpPr>
            <p:cNvPr id="4" name="Arrow: Chevron 3">
              <a:extLst>
                <a:ext uri="{FF2B5EF4-FFF2-40B4-BE49-F238E27FC236}">
                  <a16:creationId xmlns:a16="http://schemas.microsoft.com/office/drawing/2014/main" id="{0CEB551B-EA85-313F-8201-7CD8B9832800}"/>
                </a:ext>
              </a:extLst>
            </p:cNvPr>
            <p:cNvSpPr/>
            <p:nvPr/>
          </p:nvSpPr>
          <p:spPr>
            <a:xfrm>
              <a:off x="2318657" y="3331029"/>
              <a:ext cx="7304314" cy="1088571"/>
            </a:xfrm>
            <a:prstGeom prst="chevron">
              <a:avLst/>
            </a:prstGeom>
            <a:solidFill>
              <a:schemeClr val="accent5">
                <a:lumMod val="75000"/>
              </a:schemeClr>
            </a:solidFill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8D34AA3-F553-8B30-65E5-D1854B0F098A}"/>
                </a:ext>
              </a:extLst>
            </p:cNvPr>
            <p:cNvSpPr/>
            <p:nvPr/>
          </p:nvSpPr>
          <p:spPr>
            <a:xfrm>
              <a:off x="3282043" y="3559629"/>
              <a:ext cx="5627914" cy="58782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Search …                      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56E843A-B5E4-BE60-82C8-906AC2321675}"/>
              </a:ext>
            </a:extLst>
          </p:cNvPr>
          <p:cNvSpPr/>
          <p:nvPr/>
        </p:nvSpPr>
        <p:spPr>
          <a:xfrm>
            <a:off x="696686" y="3973285"/>
            <a:ext cx="1398814" cy="199208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3B478E-363E-326E-473A-BEB800540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82" y="2614499"/>
            <a:ext cx="2762636" cy="16290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ED3A2D-72E8-0564-DBDB-FBE0840C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708" y="2600209"/>
            <a:ext cx="256258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2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Academy Student</dc:creator>
  <cp:lastModifiedBy>Academy Student</cp:lastModifiedBy>
  <cp:revision>1</cp:revision>
  <dcterms:created xsi:type="dcterms:W3CDTF">2026-02-23T14:32:58Z</dcterms:created>
  <dcterms:modified xsi:type="dcterms:W3CDTF">2026-02-23T16:57:23Z</dcterms:modified>
</cp:coreProperties>
</file>